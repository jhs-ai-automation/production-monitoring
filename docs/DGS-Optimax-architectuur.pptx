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9774" y="1638300"/>
            <a:ext cx="42681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DGS HAAKSBERGEN  |  INTERN TECHNISCH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84141" y="1943100"/>
            <a:ext cx="617571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DGS Optimax - Architectuur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936520" y="2644676"/>
            <a:ext cx="52708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1400" dirty="0">
                <a:solidFill>
                  <a:srgbClr val="B8A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het productie- en alarmdashboard is opgebouwd, en waarom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96668" y="3362176"/>
            <a:ext cx="561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overzicht behandelt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7950" y="1133326"/>
            <a:ext cx="1776561" cy="3359348"/>
          </a:xfrm>
          <a:prstGeom prst="roundRect">
            <a:avLst>
              <a:gd name="adj" fmla="val 5719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36525" y="1133326"/>
            <a:ext cx="0" cy="3359348"/>
          </a:xfrm>
          <a:prstGeom prst="line">
            <a:avLst/>
          </a:prstGeom>
          <a:noFill/>
          <a:ln w="57150">
            <a:solidFill>
              <a:srgbClr val="ED1C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9001" y="1438126"/>
            <a:ext cx="123584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19001" y="1949202"/>
            <a:ext cx="123584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architectuur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9001" y="2444502"/>
            <a:ext cx="123584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Optimax bestaat en hoe het in lagen is opgebouwd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38413" y="1133326"/>
            <a:ext cx="1776710" cy="3359348"/>
          </a:xfrm>
          <a:prstGeom prst="roundRect">
            <a:avLst>
              <a:gd name="adj" fmla="val 5718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566988" y="1133326"/>
            <a:ext cx="0" cy="3359348"/>
          </a:xfrm>
          <a:prstGeom prst="line">
            <a:avLst/>
          </a:prstGeom>
          <a:noFill/>
          <a:ln w="57150">
            <a:solidFill>
              <a:srgbClr val="ED1C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49463" y="1438126"/>
            <a:ext cx="123599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849463" y="1949202"/>
            <a:ext cx="123599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49463" y="2444502"/>
            <a:ext cx="12359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FastAPI, asyncpg-pool, datamodel en KPI-afleidingen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69023" y="1133326"/>
            <a:ext cx="1776710" cy="3359348"/>
          </a:xfrm>
          <a:prstGeom prst="roundRect">
            <a:avLst>
              <a:gd name="adj" fmla="val 5718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597598" y="1133326"/>
            <a:ext cx="0" cy="3359348"/>
          </a:xfrm>
          <a:prstGeom prst="line">
            <a:avLst/>
          </a:prstGeom>
          <a:noFill/>
          <a:ln w="57150">
            <a:solidFill>
              <a:srgbClr val="ED1C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0074" y="1438126"/>
            <a:ext cx="123599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80074" y="1949202"/>
            <a:ext cx="123599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AI-chat &amp; frontend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80074" y="2444502"/>
            <a:ext cx="12359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Text-to-SQL met veiligheidslagen en de React-SPA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99634" y="1133326"/>
            <a:ext cx="2036415" cy="3359348"/>
          </a:xfrm>
          <a:prstGeom prst="roundRect">
            <a:avLst>
              <a:gd name="adj" fmla="val 4989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628209" y="1133326"/>
            <a:ext cx="0" cy="3359348"/>
          </a:xfrm>
          <a:prstGeom prst="line">
            <a:avLst/>
          </a:prstGeom>
          <a:noFill/>
          <a:ln w="57150">
            <a:solidFill>
              <a:srgbClr val="ED1C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10685" y="1438126"/>
            <a:ext cx="150089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10685" y="1949202"/>
            <a:ext cx="150089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Keuzes &amp; aandachtspunten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10685" y="2444502"/>
            <a:ext cx="15008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Ontwerpbeslissingen en openstaande punten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950" y="4695825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Volledige detail incl. diagrammen: ARCHITECTURE.md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6352"/>
          </a:xfrm>
          <a:prstGeom prst="rect">
            <a:avLst/>
          </a:prstGeom>
          <a:solidFill>
            <a:srgbClr val="4A0E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0150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DOEL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2171551"/>
            <a:ext cx="3951021" cy="660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dagelijkse e-mail naar interactief dashboard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762500" y="1460748"/>
            <a:ext cx="3873550" cy="717352"/>
          </a:xfrm>
          <a:prstGeom prst="roundRect">
            <a:avLst>
              <a:gd name="adj" fmla="val 10622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86313" y="1460748"/>
            <a:ext cx="0" cy="717352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13275" y="1562249"/>
            <a:ext cx="34880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Probleem:</a:t>
            </a:r>
            <a:pPr algn="l" indent="0" marL="0">
              <a:buNone/>
            </a:pPr>
            <a:r>
              <a:rPr lang="en-US" sz="12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Het alarm-report stuurde 1x per dag een statische e-mail. Niet doorzoekbaar, geen inzoom, geen vergelijking.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62500" y="2305050"/>
            <a:ext cx="3873550" cy="717352"/>
          </a:xfrm>
          <a:prstGeom prst="roundRect">
            <a:avLst>
              <a:gd name="adj" fmla="val 10622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86313" y="2305050"/>
            <a:ext cx="0" cy="717352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3275" y="2406551"/>
            <a:ext cx="34880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Oplossing:</a:t>
            </a:r>
            <a:pPr algn="l" indent="0" marL="0">
              <a:buNone/>
            </a:pPr>
            <a:r>
              <a:rPr lang="en-US" sz="12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Zelfde PostgreSQL-bron, maar interactief: KPI's, OEE, pallets, trends en een AI-chat.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500" y="3149352"/>
            <a:ext cx="3873550" cy="545902"/>
          </a:xfrm>
          <a:prstGeom prst="roundRect">
            <a:avLst>
              <a:gd name="adj" fmla="val 13959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86313" y="3149352"/>
            <a:ext cx="0" cy="545902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3275" y="3250853"/>
            <a:ext cx="34880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Productisering:</a:t>
            </a:r>
            <a:pPr algn="l" indent="0" marL="0">
              <a:buNone/>
            </a:pPr>
            <a:r>
              <a:rPr lang="en-US" sz="12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White-label opgezet. Eén bestand (brand.js) rebrandt het hele dashboard.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4743599"/>
            <a:ext cx="9144000" cy="399901"/>
          </a:xfrm>
          <a:prstGeom prst="rect">
            <a:avLst/>
          </a:prstGeom>
          <a:solidFill>
            <a:srgbClr val="FCE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26669" y="4845100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data zat er al. Optimax maakt het doorzoekbaar en visueel.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6352"/>
          </a:xfrm>
          <a:prstGeom prst="rect">
            <a:avLst/>
          </a:prstGeom>
          <a:solidFill>
            <a:srgbClr val="4A0E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0150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ARCHITECTUUR IN EEN OOGOPSLAG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539502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Single-origin, drie lagen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015752"/>
            <a:ext cx="2540050" cy="3578572"/>
          </a:xfrm>
          <a:prstGeom prst="roundRect">
            <a:avLst>
              <a:gd name="adj" fmla="val 4000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039564"/>
            <a:ext cx="2540050" cy="0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550" y="1317278"/>
            <a:ext cx="212450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6550" y="1771204"/>
            <a:ext cx="2124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550" y="2082254"/>
            <a:ext cx="2124507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SPA (Vite + TS + Tailwind), als statische build geserveerd door de backend.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01901" y="1015752"/>
            <a:ext cx="2540198" cy="3578572"/>
          </a:xfrm>
          <a:prstGeom prst="roundRect">
            <a:avLst>
              <a:gd name="adj" fmla="val 4000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01901" y="1039564"/>
            <a:ext cx="2540198" cy="0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0501" y="1317278"/>
            <a:ext cx="21246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30501" y="1771204"/>
            <a:ext cx="21246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30501" y="2082254"/>
            <a:ext cx="2124658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serveert API en SPA op dezelfde poort. Eén container, geen CORS.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6000" y="1015752"/>
            <a:ext cx="2540050" cy="3578572"/>
          </a:xfrm>
          <a:prstGeom prst="roundRect">
            <a:avLst>
              <a:gd name="adj" fmla="val 4000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96000" y="1039564"/>
            <a:ext cx="2540050" cy="0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4600" y="1317278"/>
            <a:ext cx="212450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24600" y="1771204"/>
            <a:ext cx="2124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Datalaag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24600" y="2082254"/>
            <a:ext cx="2124507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asyncpg-pool naar PostgreSQL (db_dgs_01), read-only, via Ixon VPN.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950" y="4746724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Upstream: PLC -&gt; OPC UA -&gt; Node-RED -&gt; PostgreSQL (buiten deze repo)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6352"/>
          </a:xfrm>
          <a:prstGeom prst="rect">
            <a:avLst/>
          </a:prstGeom>
          <a:solidFill>
            <a:srgbClr val="4A0E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0150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 &amp; KEUZES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539502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 en mainstream, bewust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015752"/>
            <a:ext cx="2540050" cy="3578572"/>
          </a:xfrm>
          <a:prstGeom prst="roundRect">
            <a:avLst>
              <a:gd name="adj" fmla="val 4000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039564"/>
            <a:ext cx="2540050" cy="0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550" y="1317278"/>
            <a:ext cx="212450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6550" y="1771204"/>
            <a:ext cx="2124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550" y="2082254"/>
            <a:ext cx="2124507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asyncpg + raw SQL. Geen ORM: KPI's zijn complexe aggregaties.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01901" y="1015752"/>
            <a:ext cx="2540198" cy="3578572"/>
          </a:xfrm>
          <a:prstGeom prst="roundRect">
            <a:avLst>
              <a:gd name="adj" fmla="val 4000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01901" y="1039564"/>
            <a:ext cx="2540198" cy="0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0501" y="1317278"/>
            <a:ext cx="21246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30501" y="1771204"/>
            <a:ext cx="21246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30501" y="2082254"/>
            <a:ext cx="212465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 + recharts. Getypte API-client als expliciet contract.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6000" y="1015752"/>
            <a:ext cx="2540050" cy="3578572"/>
          </a:xfrm>
          <a:prstGeom prst="roundRect">
            <a:avLst>
              <a:gd name="adj" fmla="val 4000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96000" y="1039564"/>
            <a:ext cx="2540050" cy="0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4600" y="1317278"/>
            <a:ext cx="212450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24600" y="1771204"/>
            <a:ext cx="2124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24600" y="2082254"/>
            <a:ext cx="212450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Docker (Node-build -&gt; Python-runtime). Eén image.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950" y="4746724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Model-agnostische AI via OpenRouter (OpenAI-SDK), model via CHAT_MODEL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747838"/>
            <a:ext cx="7772400" cy="71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spcAft>
                <a:spcPts val="1000"/>
              </a:spcAft>
              <a:buNone/>
            </a:pPr>
            <a:r>
              <a:rPr lang="en-US" sz="56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62000" y="258603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3195638"/>
            <a:ext cx="56996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8A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verzoeken worden afgehandeld en KPI's worden afgeleid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6352"/>
          </a:xfrm>
          <a:prstGeom prst="rect">
            <a:avLst/>
          </a:prstGeom>
          <a:solidFill>
            <a:srgbClr val="4A0E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0150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BACKEND-OPBOUW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590252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routers, gedeelde patronen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117253"/>
            <a:ext cx="8128099" cy="751136"/>
          </a:xfrm>
          <a:prstGeom prst="roundRect">
            <a:avLst>
              <a:gd name="adj" fmla="val 10145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117253"/>
            <a:ext cx="0" cy="751136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726" y="126965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D1C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4011" y="1361629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0E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1977" y="1269653"/>
            <a:ext cx="72837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Lifespan-beheer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1977" y="1520428"/>
            <a:ext cx="728374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en chat-client openen bij start, netjes sluiten bij stop.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950" y="2020788"/>
            <a:ext cx="8128099" cy="751136"/>
          </a:xfrm>
          <a:prstGeom prst="roundRect">
            <a:avLst>
              <a:gd name="adj" fmla="val 10145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1763" y="2020788"/>
            <a:ext cx="0" cy="751136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726" y="217318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D1C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94011" y="2265164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0E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91977" y="2173188"/>
            <a:ext cx="72837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Routers per domein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91977" y="2423964"/>
            <a:ext cx="728374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alarms, production, pallets, chat. Elk een eigen prefix.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950" y="2924324"/>
            <a:ext cx="8128099" cy="751136"/>
          </a:xfrm>
          <a:prstGeom prst="roundRect">
            <a:avLst>
              <a:gd name="adj" fmla="val 10145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1763" y="2924324"/>
            <a:ext cx="0" cy="751136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726" y="307672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D1C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94011" y="3168700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0E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91977" y="3076724"/>
            <a:ext cx="72837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Gedeelde validatie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1977" y="3327499"/>
            <a:ext cx="728374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Datum default = gisteren. Toekomst en te lange periodes geweigerd.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950" y="3827859"/>
            <a:ext cx="8128099" cy="751136"/>
          </a:xfrm>
          <a:prstGeom prst="roundRect">
            <a:avLst>
              <a:gd name="adj" fmla="val 10145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31763" y="3827859"/>
            <a:ext cx="0" cy="751136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726" y="3980259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D1C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94011" y="4072235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0E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91977" y="3980259"/>
            <a:ext cx="72837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&amp; fallback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91977" y="4231035"/>
            <a:ext cx="728374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Request-timing, nette 500 zonder stacktrace-lek, SPA-fallback.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950" y="4746724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degradation: app start ook als de DB (VPN) onbereikbaar 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6352"/>
          </a:xfrm>
          <a:prstGeom prst="rect">
            <a:avLst/>
          </a:prstGeom>
          <a:solidFill>
            <a:srgbClr val="4A0E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0150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2336750"/>
            <a:ext cx="3951021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PLC-tabellen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762500" y="1124396"/>
            <a:ext cx="3873550" cy="717352"/>
          </a:xfrm>
          <a:prstGeom prst="roundRect">
            <a:avLst>
              <a:gd name="adj" fmla="val 10622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86313" y="1124396"/>
            <a:ext cx="0" cy="717352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13275" y="1225897"/>
            <a:ext cx="34880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plc_alarms:</a:t>
            </a:r>
            <a:pPr algn="l" indent="0" marL="0">
              <a:buNone/>
            </a:pPr>
            <a:r>
              <a:rPr lang="en-US" sz="12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Alarm-events. incomingstate 1=geactiveerd, 0=verholpen. severityclass Error/Warning/Info.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62500" y="1968698"/>
            <a:ext cx="3873550" cy="717352"/>
          </a:xfrm>
          <a:prstGeom prst="roundRect">
            <a:avLst>
              <a:gd name="adj" fmla="val 10622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86313" y="1968698"/>
            <a:ext cx="0" cy="717352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3275" y="2070199"/>
            <a:ext cx="34880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capacity_perminutev2:</a:t>
            </a:r>
            <a:pPr algn="l" indent="0" marL="0">
              <a:buNone/>
            </a:pPr>
            <a:r>
              <a:rPr lang="en-US" sz="12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Productietellers per minuut. counter0-3 = lijn 1-4 (1 en 4 overflow, 2 en 3 invoer).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500" y="2813000"/>
            <a:ext cx="3873550" cy="545902"/>
          </a:xfrm>
          <a:prstGeom prst="roundRect">
            <a:avLst>
              <a:gd name="adj" fmla="val 13959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86313" y="2813000"/>
            <a:ext cx="0" cy="545902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3275" y="2914501"/>
            <a:ext cx="34880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palletstatus:</a:t>
            </a:r>
            <a:pPr algn="l" indent="0" marL="0">
              <a:buNone/>
            </a:pPr>
            <a:r>
              <a:rPr lang="en-US" sz="12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stations (6000-6015). Status 100=geen / 200=leeg / 300=klaar.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2500" y="3485852"/>
            <a:ext cx="3873550" cy="545902"/>
          </a:xfrm>
          <a:prstGeom prst="roundRect">
            <a:avLst>
              <a:gd name="adj" fmla="val 13959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86313" y="3485852"/>
            <a:ext cx="0" cy="545902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3275" y="3587353"/>
            <a:ext cx="34880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plc_alarms_mp1:</a:t>
            </a:r>
            <a:pPr algn="l" indent="0" marL="0">
              <a:buNone/>
            </a:pPr>
            <a:r>
              <a:rPr lang="en-US" sz="12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Alarmen specifiek voor MP1 met extra detail (alarmid, eventid).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4743599"/>
            <a:ext cx="9144000" cy="399901"/>
          </a:xfrm>
          <a:prstGeom prst="rect">
            <a:avLst/>
          </a:prstGeom>
          <a:solidFill>
            <a:srgbClr val="FCE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26669" y="4845100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Optimax definieert het schema niet, het is een pure read-consument.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6352"/>
          </a:xfrm>
          <a:prstGeom prst="rect">
            <a:avLst/>
          </a:prstGeom>
          <a:solidFill>
            <a:srgbClr val="4A0E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0150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KPI-AFLEIDINGEN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539502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ruwe tellers naar inzicht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015752"/>
            <a:ext cx="2540050" cy="3578572"/>
          </a:xfrm>
          <a:prstGeom prst="roundRect">
            <a:avLst>
              <a:gd name="adj" fmla="val 4000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039564"/>
            <a:ext cx="2540050" cy="0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550" y="1317278"/>
            <a:ext cx="212450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6550" y="1771204"/>
            <a:ext cx="2124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550" y="2082254"/>
            <a:ext cx="2124507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Geactiveerd/verholpen, top-N, open alarmen, MTTR via window-functie LEAD().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01901" y="1015752"/>
            <a:ext cx="2540198" cy="3578572"/>
          </a:xfrm>
          <a:prstGeom prst="roundRect">
            <a:avLst>
              <a:gd name="adj" fmla="val 4000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01901" y="1039564"/>
            <a:ext cx="2540198" cy="0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0501" y="1317278"/>
            <a:ext cx="21246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30501" y="1771204"/>
            <a:ext cx="21246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 &amp; OEE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30501" y="2082254"/>
            <a:ext cx="2124658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Throughput, stilstand, piekuur, lijn-balans. OEE = A x P x Q + Six Big Losses.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6000" y="1015752"/>
            <a:ext cx="2540050" cy="3578572"/>
          </a:xfrm>
          <a:prstGeom prst="roundRect">
            <a:avLst>
              <a:gd name="adj" fmla="val 4000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96000" y="1039564"/>
            <a:ext cx="2540050" cy="0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4600" y="1317278"/>
            <a:ext cx="212450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24600" y="1771204"/>
            <a:ext cx="2124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Pallets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24600" y="2082254"/>
            <a:ext cx="2124507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Bezettingsgraad per station (% tijd klaar/leeg/geen) per dag en per uur.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950" y="4746724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Zware berekeningen in SQL (FILTER, window, percentielen), lichte transform in Python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747838"/>
            <a:ext cx="7772400" cy="71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spcAft>
                <a:spcPts val="1000"/>
              </a:spcAft>
              <a:buNone/>
            </a:pPr>
            <a:r>
              <a:rPr lang="en-US" sz="56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62000" y="258603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AI-chat &amp; frontend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3195638"/>
            <a:ext cx="56996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8A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Natuurlijke taal naar SQL, en de interactieve UI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6352"/>
          </a:xfrm>
          <a:prstGeom prst="rect">
            <a:avLst/>
          </a:prstGeom>
          <a:solidFill>
            <a:srgbClr val="4A0E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0150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AI-CHAT (TEXT-TO-SQL)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590252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Vraag in gewoon Nederlands, antwoord uit de data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037927"/>
            <a:ext cx="39898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7D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HET WERKT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390352"/>
            <a:ext cx="3911650" cy="406301"/>
          </a:xfrm>
          <a:prstGeom prst="roundRect">
            <a:avLst>
              <a:gd name="adj" fmla="val 18755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651" y="1517303"/>
            <a:ext cx="3627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Vraag:</a:t>
            </a:r>
            <a:pPr algn="l" indent="0" marL="0"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Gebruiker stelt vraag in de chat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1898154"/>
            <a:ext cx="3911650" cy="406301"/>
          </a:xfrm>
          <a:prstGeom prst="roundRect">
            <a:avLst>
              <a:gd name="adj" fmla="val 18755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651" y="2025104"/>
            <a:ext cx="3627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LLM:</a:t>
            </a:r>
            <a:pPr algn="l" indent="0" marL="0"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genereert een run_sql tool-call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2405955"/>
            <a:ext cx="3911650" cy="558701"/>
          </a:xfrm>
          <a:prstGeom prst="roundRect">
            <a:avLst>
              <a:gd name="adj" fmla="val 13639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651" y="2532906"/>
            <a:ext cx="36273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Uitvoer:</a:t>
            </a:r>
            <a:pPr algn="l" indent="0" marL="0"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Query gesanitized, read-only uitgevoerd, antwoord geformuleerd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24400" y="1037927"/>
            <a:ext cx="39898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7D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VEILIGHEIDSLAGEN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24400" y="1390352"/>
            <a:ext cx="3911650" cy="406301"/>
          </a:xfrm>
          <a:prstGeom prst="roundRect">
            <a:avLst>
              <a:gd name="adj" fmla="val 18755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02101" y="1517303"/>
            <a:ext cx="3627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Aparte read-only DB-user (chat_readonly)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24400" y="1898154"/>
            <a:ext cx="3911650" cy="406301"/>
          </a:xfrm>
          <a:prstGeom prst="roundRect">
            <a:avLst>
              <a:gd name="adj" fmla="val 18755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02101" y="2025104"/>
            <a:ext cx="3627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SELECT-only sanitizer + verboden-keyword-filter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24400" y="2405955"/>
            <a:ext cx="3911650" cy="406301"/>
          </a:xfrm>
          <a:prstGeom prst="roundRect">
            <a:avLst>
              <a:gd name="adj" fmla="val 18755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02101" y="2532906"/>
            <a:ext cx="3627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Geforceerde LIMIT, per-IP rate-limit, tool-loop-cap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950" y="4413349"/>
            <a:ext cx="8128099" cy="476250"/>
          </a:xfrm>
          <a:prstGeom prst="roundRect">
            <a:avLst>
              <a:gd name="adj" fmla="val 16000"/>
            </a:avLst>
          </a:prstGeom>
          <a:solidFill>
            <a:srgbClr val="4A0E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5648" y="4565749"/>
            <a:ext cx="77727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Model-agnostisch via OpenRouter. Geen API-key = chat uit, rest blijft werken.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6352"/>
          </a:xfrm>
          <a:prstGeom prst="rect">
            <a:avLst/>
          </a:prstGeom>
          <a:solidFill>
            <a:srgbClr val="4A0E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0150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539502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met robuuste data-fetching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015752"/>
            <a:ext cx="2540050" cy="3578572"/>
          </a:xfrm>
          <a:prstGeom prst="roundRect">
            <a:avLst>
              <a:gd name="adj" fmla="val 4000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039564"/>
            <a:ext cx="2540050" cy="0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550" y="1317278"/>
            <a:ext cx="212450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6550" y="1771204"/>
            <a:ext cx="2124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&amp; routing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550" y="2082254"/>
            <a:ext cx="2124507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pagina's via react-router. Responsive sidebar, recharts-grafieken.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01901" y="1015752"/>
            <a:ext cx="2540198" cy="3578572"/>
          </a:xfrm>
          <a:prstGeom prst="roundRect">
            <a:avLst>
              <a:gd name="adj" fmla="val 4000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01901" y="1039564"/>
            <a:ext cx="2540198" cy="0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0501" y="1317278"/>
            <a:ext cx="21246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30501" y="1771204"/>
            <a:ext cx="21246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useApi-hook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30501" y="2082254"/>
            <a:ext cx="212465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(60s), AbortController en 15s-timeout in één hook.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6000" y="1015752"/>
            <a:ext cx="2540050" cy="3578572"/>
          </a:xfrm>
          <a:prstGeom prst="roundRect">
            <a:avLst>
              <a:gd name="adj" fmla="val 4000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96000" y="1039564"/>
            <a:ext cx="2540050" cy="0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4600" y="1317278"/>
            <a:ext cx="212450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24600" y="1771204"/>
            <a:ext cx="2124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24600" y="2082254"/>
            <a:ext cx="212450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brand.js voedt zowel Tailwind (build) als React (runtime).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950" y="4746724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Maatwerk: geanimeerd SVG-fabrieksschema met overflow-herverdeling en inzoom per minuut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6352"/>
          </a:xfrm>
          <a:prstGeom prst="rect">
            <a:avLst/>
          </a:prstGeom>
          <a:solidFill>
            <a:srgbClr val="4A0E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0150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ONTWERPBESLISSINGEN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2336750"/>
            <a:ext cx="3951021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waarom achter de keuzes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762500" y="1210121"/>
            <a:ext cx="3873550" cy="545902"/>
          </a:xfrm>
          <a:prstGeom prst="roundRect">
            <a:avLst>
              <a:gd name="adj" fmla="val 13959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86313" y="1210121"/>
            <a:ext cx="0" cy="545902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13275" y="1311622"/>
            <a:ext cx="34880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Single-origin:</a:t>
            </a:r>
            <a:pPr algn="l" indent="0" marL="0">
              <a:buNone/>
            </a:pPr>
            <a:r>
              <a:rPr lang="en-US" sz="12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 + SPA op één poort: simpele ops op een edge-device, geen CORS.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62500" y="1882973"/>
            <a:ext cx="3873550" cy="545902"/>
          </a:xfrm>
          <a:prstGeom prst="roundRect">
            <a:avLst>
              <a:gd name="adj" fmla="val 13959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86313" y="1882973"/>
            <a:ext cx="0" cy="545902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3275" y="1984474"/>
            <a:ext cx="34880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SQL, geen ORM:</a:t>
            </a:r>
            <a:pPr algn="l" indent="0" marL="0">
              <a:buNone/>
            </a:pPr>
            <a:r>
              <a:rPr lang="en-US" sz="12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KPI's zijn window-functies en percentielen, helderder en sneller in SQL.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500" y="2555825"/>
            <a:ext cx="3873550" cy="717352"/>
          </a:xfrm>
          <a:prstGeom prst="roundRect">
            <a:avLst>
              <a:gd name="adj" fmla="val 10622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86313" y="2555825"/>
            <a:ext cx="0" cy="717352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3275" y="2657326"/>
            <a:ext cx="34880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degradation:</a:t>
            </a:r>
            <a:pPr algn="l" indent="0" marL="0">
              <a:buNone/>
            </a:pPr>
            <a:r>
              <a:rPr lang="en-US" sz="12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DB achter VPN kan wegvallen, de app crasht niet maar meldt unhealthy.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2500" y="3400127"/>
            <a:ext cx="3873550" cy="545902"/>
          </a:xfrm>
          <a:prstGeom prst="roundRect">
            <a:avLst>
              <a:gd name="adj" fmla="val 13959"/>
            </a:avLst>
          </a:prstGeom>
          <a:solidFill>
            <a:srgbClr val="FB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86313" y="3400127"/>
            <a:ext cx="0" cy="545902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3275" y="3501628"/>
            <a:ext cx="34880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White-label:</a:t>
            </a:r>
            <a:pPr algn="l" indent="0" marL="0">
              <a:buNone/>
            </a:pPr>
            <a:r>
              <a:rPr lang="en-US" sz="1200" dirty="0">
                <a:solidFill>
                  <a:srgbClr val="5A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Optimax als herbruikbaar product, rebranden is één bestand.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4743599"/>
            <a:ext cx="9144000" cy="399901"/>
          </a:xfrm>
          <a:prstGeom prst="rect">
            <a:avLst/>
          </a:prstGeom>
          <a:solidFill>
            <a:srgbClr val="FCE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26669" y="4845100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Bewust klein gehouden: geen over-engineering voor een read-heavy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Aandachtspunten &amp; vervolg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936575"/>
            <a:ext cx="8128099" cy="710952"/>
          </a:xfrm>
          <a:prstGeom prst="roundRect">
            <a:avLst>
              <a:gd name="adj" fmla="val 1429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31763" y="936575"/>
            <a:ext cx="0" cy="710952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175" y="111427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D1C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9460" y="1206252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0E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17427" y="1114276"/>
            <a:ext cx="72318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Hardcoded chat-credentials en TLS verify=False uit de code halen naar .env.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1825228"/>
            <a:ext cx="8128099" cy="710952"/>
          </a:xfrm>
          <a:prstGeom prst="roundRect">
            <a:avLst>
              <a:gd name="adj" fmla="val 1429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763" y="1825228"/>
            <a:ext cx="0" cy="710952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4175" y="2002929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D1C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9460" y="2094905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0E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17427" y="2002929"/>
            <a:ext cx="72318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Robuustheid: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Geen auth op het dashboard (acceptabel op geïsoleerd LAN) en geen tests.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950" y="2713881"/>
            <a:ext cx="8128099" cy="710952"/>
          </a:xfrm>
          <a:prstGeom prst="roundRect">
            <a:avLst>
              <a:gd name="adj" fmla="val 1429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31763" y="2713881"/>
            <a:ext cx="0" cy="710952"/>
          </a:xfrm>
          <a:prstGeom prst="line">
            <a:avLst/>
          </a:prstGeom>
          <a:noFill/>
          <a:ln w="47625">
            <a:solidFill>
              <a:srgbClr val="ED1C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4175" y="289158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D1C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9460" y="2983557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0E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17427" y="2891582"/>
            <a:ext cx="72318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Documentatie: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Volledige architectuur incl. diagrammen staat in ARCHITECTURE.md.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950" y="4695825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Uland AI  |  projects/dgs/alarm-dashboard/ARCHITECTURE.md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DGS Optimax - Architectuuroverzicht</dc:title>
  <dc:subject>PptxGenJS Presentation</dc:subject>
  <dc:creator>Uland AI</dc:creator>
  <cp:lastModifiedBy>Uland AI</cp:lastModifiedBy>
  <cp:revision>1</cp:revision>
  <dcterms:created xsi:type="dcterms:W3CDTF">2026-06-03T07:11:17Z</dcterms:created>
  <dcterms:modified xsi:type="dcterms:W3CDTF">2026-06-03T07:11:17Z</dcterms:modified>
</cp:coreProperties>
</file>